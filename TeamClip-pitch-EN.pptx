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051560"/>
            <a:ext cx="2306117" cy="4754880"/>
          </a:xfrm>
          <a:prstGeom prst="roundRect">
            <a:avLst>
              <a:gd name="adj" fmla="val 7137"/>
            </a:avLst>
          </a:prstGeom>
          <a:solidFill>
            <a:srgbClr val="060B1F"/>
          </a:solidFill>
          <a:ln w="25400">
            <a:solidFill>
              <a:srgbClr val="1D2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31936" y="1307592"/>
            <a:ext cx="205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 · Round 2 · Wing shot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31936" y="2478024"/>
            <a:ext cx="20500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SHOOTING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31936" y="2763317"/>
            <a:ext cx="20500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080449" y="3524098"/>
            <a:ext cx="1153058" cy="1153058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7" name="Text 5"/>
          <p:cNvSpPr/>
          <p:nvPr/>
        </p:nvSpPr>
        <p:spPr>
          <a:xfrm>
            <a:off x="9080449" y="3524098"/>
            <a:ext cx="1153058" cy="11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31936" y="5093208"/>
            <a:ext cx="20500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up: Kalle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TEAMCLIP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8745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training.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the editing.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85800" y="37490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 becomes a clip, on the right player, while you coach.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lands in each player's Drive folder before they've showered.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 handball coach  ·  teamclip.app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OPTIONS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tool asks for your evening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55096" cy="1188720"/>
          </a:xfrm>
          <a:prstGeom prst="roundRect">
            <a:avLst>
              <a:gd name="adj" fmla="val 923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39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Hudl · XPS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59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analysis platforms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31920" y="2002536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game film and club budgets ($500–2,000/team). Nobody clips training reps with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11055096" cy="1188720"/>
          </a:xfrm>
          <a:prstGeom prst="roundRect">
            <a:avLst>
              <a:gd name="adj" fmla="val 923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10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OnForm · CoachNow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8313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1-on-1 technique apps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0" y="3374136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$20–50/month, built for private coaching. No team flow, and your players' video sits in their cloud.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617720"/>
            <a:ext cx="11055096" cy="1188720"/>
          </a:xfrm>
          <a:prstGeom prst="roundRect">
            <a:avLst>
              <a:gd name="adj" fmla="val 923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823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WhatsApp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2029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most coaches do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31920" y="4745736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and it shows. Unsorted files, no feedback, videos of minors scattered across group chats.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6035040"/>
            <a:ext cx="11055096" cy="566928"/>
          </a:xfrm>
          <a:prstGeom prst="roundRect">
            <a:avLst>
              <a:gd name="adj" fmla="val 19355"/>
            </a:avLst>
          </a:prstGeom>
          <a:solidFill>
            <a:srgbClr val="A8121B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60350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them clip training in real time. That's the whole point of TeamClip.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per shot. Zero work after.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0" y="1691640"/>
            <a:ext cx="2306117" cy="4754880"/>
          </a:xfrm>
          <a:prstGeom prst="roundRect">
            <a:avLst>
              <a:gd name="adj" fmla="val 7137"/>
            </a:avLst>
          </a:prstGeom>
          <a:solidFill>
            <a:srgbClr val="060B1F"/>
          </a:solidFill>
          <a:ln w="25400">
            <a:solidFill>
              <a:srgbClr val="1D2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72016" y="1947672"/>
            <a:ext cx="205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 · Round 2 · Wing shot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272016" y="3118104"/>
            <a:ext cx="20500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SHOOTING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272016" y="3403397"/>
            <a:ext cx="20500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720529" y="4164178"/>
            <a:ext cx="1153058" cy="1153058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9" name="Text 7"/>
          <p:cNvSpPr/>
          <p:nvPr/>
        </p:nvSpPr>
        <p:spPr>
          <a:xfrm>
            <a:off x="9720529" y="4164178"/>
            <a:ext cx="1153058" cy="11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72016" y="5733288"/>
            <a:ext cx="20500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up: Kalle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1938528"/>
            <a:ext cx="658368" cy="658368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385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184708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shooting order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81328" y="2267712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rolls continuously through the whole drill.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355848"/>
            <a:ext cx="658368" cy="658368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355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2644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when the rep is done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81328" y="3685032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segment becomes its own clip, saved on the player who just shot. The queue loops automatically.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773168"/>
            <a:ext cx="658368" cy="658368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773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81328" y="4681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off the court finished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81328" y="5102352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Clips are named, sorted per player and uploading to Drive before practice ends.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pre-buffer tricks, no editing timeline, no export queue to babysit.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your players replay at home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0" y="1691640"/>
            <a:ext cx="2306117" cy="4754880"/>
          </a:xfrm>
          <a:prstGeom prst="roundRect">
            <a:avLst>
              <a:gd name="adj" fmla="val 7137"/>
            </a:avLst>
          </a:prstGeom>
          <a:solidFill>
            <a:srgbClr val="060B1F"/>
          </a:solidFill>
          <a:ln w="25400">
            <a:solidFill>
              <a:srgbClr val="1D2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72016" y="1911096"/>
            <a:ext cx="2050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72016" y="2258568"/>
            <a:ext cx="2050085" cy="689458"/>
          </a:xfrm>
          <a:prstGeom prst="roundRect">
            <a:avLst>
              <a:gd name="adj" fmla="val 7958"/>
            </a:avLst>
          </a:prstGeom>
          <a:solidFill>
            <a:srgbClr val="1D2B66"/>
          </a:solidFill>
          <a:ln/>
        </p:spPr>
      </p:sp>
      <p:sp>
        <p:nvSpPr>
          <p:cNvPr id="7" name="Text 5"/>
          <p:cNvSpPr/>
          <p:nvPr/>
        </p:nvSpPr>
        <p:spPr>
          <a:xfrm>
            <a:off x="9345168" y="2295144"/>
            <a:ext cx="19037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Olle · Wing shot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45168" y="2710282"/>
            <a:ext cx="19037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C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Review · 0:05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272016" y="3066898"/>
            <a:ext cx="2050085" cy="689458"/>
          </a:xfrm>
          <a:prstGeom prst="roundRect">
            <a:avLst>
              <a:gd name="adj" fmla="val 7958"/>
            </a:avLst>
          </a:prstGeom>
          <a:solidFill>
            <a:srgbClr val="1D2B66"/>
          </a:solidFill>
          <a:ln/>
        </p:spPr>
      </p:sp>
      <p:sp>
        <p:nvSpPr>
          <p:cNvPr id="10" name="Text 8"/>
          <p:cNvSpPr/>
          <p:nvPr/>
        </p:nvSpPr>
        <p:spPr>
          <a:xfrm>
            <a:off x="9345168" y="3103474"/>
            <a:ext cx="19037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Kalle · Penalty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345168" y="3518611"/>
            <a:ext cx="19037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C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 Record review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272016" y="3875227"/>
            <a:ext cx="2050085" cy="689458"/>
          </a:xfrm>
          <a:prstGeom prst="roundRect">
            <a:avLst>
              <a:gd name="adj" fmla="val 7958"/>
            </a:avLst>
          </a:prstGeom>
          <a:solidFill>
            <a:srgbClr val="1D2B66"/>
          </a:solidFill>
          <a:ln/>
        </p:spPr>
      </p:sp>
      <p:sp>
        <p:nvSpPr>
          <p:cNvPr id="13" name="Text 11"/>
          <p:cNvSpPr/>
          <p:nvPr/>
        </p:nvSpPr>
        <p:spPr>
          <a:xfrm>
            <a:off x="9345168" y="3911803"/>
            <a:ext cx="19037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Olle · Breakthrough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345168" y="4326941"/>
            <a:ext cx="19037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C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 Olle's Drive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272016" y="5788152"/>
            <a:ext cx="2050085" cy="384048"/>
          </a:xfrm>
          <a:prstGeom prst="roundRect">
            <a:avLst>
              <a:gd name="adj" fmla="val 14286"/>
            </a:avLst>
          </a:prstGeom>
          <a:solidFill>
            <a:srgbClr val="E0242B"/>
          </a:solidFill>
          <a:ln/>
        </p:spPr>
      </p:sp>
      <p:sp>
        <p:nvSpPr>
          <p:cNvPr id="16" name="Text 14"/>
          <p:cNvSpPr/>
          <p:nvPr/>
        </p:nvSpPr>
        <p:spPr>
          <a:xfrm>
            <a:off x="9272016" y="5788152"/>
            <a:ext cx="20500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 Review all of Olle's clips (3)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" y="1783080"/>
            <a:ext cx="8138160" cy="969264"/>
          </a:xfrm>
          <a:prstGeom prst="roundRect">
            <a:avLst>
              <a:gd name="adj" fmla="val 1132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8928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over the clip, pause, draw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walkthrough right in the hall: your voice over the video, freeze the frame, circle the feet with your finger.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2898648"/>
            <a:ext cx="8138160" cy="969264"/>
          </a:xfrm>
          <a:prstGeom prst="roundRect">
            <a:avLst>
              <a:gd name="adj" fmla="val 1132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0083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as one finished video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33558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Pauses, drawings and your voice are burned into a single file – normalized louder than the gym noise.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014216"/>
            <a:ext cx="8138160" cy="969264"/>
          </a:xfrm>
          <a:prstGeom prst="roundRect">
            <a:avLst>
              <a:gd name="adj" fmla="val 1132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12394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into the player's Drive folder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8680" y="44714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player's folder is shared once, read-only, with the e-mail you choose – a parent's, for minors.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129784"/>
            <a:ext cx="8138160" cy="969264"/>
          </a:xfrm>
          <a:prstGeom prst="roundRect">
            <a:avLst>
              <a:gd name="adj" fmla="val 11321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3951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Drive. No third party.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68680" y="55869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of your players never touches anyone's server. GDPR isn't paperwork – it's the architecture.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A812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737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21031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practice could end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feedback already sent.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41148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315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C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start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Film, clip and review locally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41148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315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C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minute setup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Google – done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11312" y="41148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4315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C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sport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85632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Handball, football, hockey, your call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Lundgren · teamclip.app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TeamClip – why coaches switch</dc:title>
  <dc:subject>PptxGenJS Presentation</dc:subject>
  <dc:creator>Per Lundgren</dc:creator>
  <cp:lastModifiedBy>Per Lundgren</cp:lastModifiedBy>
  <cp:revision>1</cp:revision>
  <dcterms:created xsi:type="dcterms:W3CDTF">2026-07-14T14:29:02Z</dcterms:created>
  <dcterms:modified xsi:type="dcterms:W3CDTF">2026-07-14T14:29:02Z</dcterms:modified>
</cp:coreProperties>
</file>